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SansSC-Regular" panose="020B0604020202020204" charset="-128"/>
      <p:regular r:id="rId9"/>
    </p:embeddedFont>
    <p:embeddedFont>
      <p:font typeface="Arial Bold" panose="020B0704020202020204" pitchFamily="34" charset="0"/>
      <p:regular r:id="rId10"/>
      <p:bold r:id="rId11"/>
    </p:embeddedFont>
    <p:embeddedFont>
      <p:font typeface="Arimo Bold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439474-5955-4055-A927-FD4A0C2CDB53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A7503-0483-4DFD-A534-088B87B6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566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7A7503-0483-4DFD-A534-088B87B606F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554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sv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99661" y="1277274"/>
            <a:ext cx="6953021" cy="7734300"/>
            <a:chOff x="0" y="0"/>
            <a:chExt cx="6953021" cy="7734300"/>
          </a:xfrm>
        </p:grpSpPr>
        <p:sp>
          <p:nvSpPr>
            <p:cNvPr id="3" name="Freeform 3"/>
            <p:cNvSpPr/>
            <p:nvPr/>
          </p:nvSpPr>
          <p:spPr>
            <a:xfrm>
              <a:off x="-64" y="0"/>
              <a:ext cx="6953087" cy="7734301"/>
            </a:xfrm>
            <a:custGeom>
              <a:avLst/>
              <a:gdLst/>
              <a:ahLst/>
              <a:cxnLst/>
              <a:rect l="l" t="t" r="r" b="b"/>
              <a:pathLst>
                <a:path w="6953087" h="7734301">
                  <a:moveTo>
                    <a:pt x="2799142" y="855218"/>
                  </a:moveTo>
                  <a:cubicBezTo>
                    <a:pt x="2638742" y="855218"/>
                    <a:pt x="2494469" y="969010"/>
                    <a:pt x="2414333" y="1153668"/>
                  </a:cubicBezTo>
                  <a:cubicBezTo>
                    <a:pt x="2144204" y="1776984"/>
                    <a:pt x="1933257" y="2264029"/>
                    <a:pt x="1768411" y="2644521"/>
                  </a:cubicBezTo>
                  <a:lnTo>
                    <a:pt x="1750123" y="2686685"/>
                  </a:lnTo>
                  <a:lnTo>
                    <a:pt x="1779968" y="2703322"/>
                  </a:lnTo>
                  <a:cubicBezTo>
                    <a:pt x="1793811" y="2708402"/>
                    <a:pt x="1808416" y="2711069"/>
                    <a:pt x="1823402" y="2711069"/>
                  </a:cubicBezTo>
                  <a:lnTo>
                    <a:pt x="2744659" y="2711069"/>
                  </a:lnTo>
                  <a:cubicBezTo>
                    <a:pt x="2802317" y="2711069"/>
                    <a:pt x="2858070" y="2668778"/>
                    <a:pt x="2885883" y="2599944"/>
                  </a:cubicBezTo>
                  <a:cubicBezTo>
                    <a:pt x="3347528" y="1538986"/>
                    <a:pt x="3347528" y="1538986"/>
                    <a:pt x="3347528" y="1538986"/>
                  </a:cubicBezTo>
                  <a:cubicBezTo>
                    <a:pt x="3377373" y="1472819"/>
                    <a:pt x="3377373" y="1388110"/>
                    <a:pt x="3347528" y="1322070"/>
                  </a:cubicBezTo>
                  <a:cubicBezTo>
                    <a:pt x="3282631" y="1172845"/>
                    <a:pt x="3226878" y="1044702"/>
                    <a:pt x="3178872" y="934466"/>
                  </a:cubicBezTo>
                  <a:lnTo>
                    <a:pt x="3144455" y="855345"/>
                  </a:lnTo>
                  <a:close/>
                  <a:moveTo>
                    <a:pt x="408369" y="4688967"/>
                  </a:moveTo>
                  <a:cubicBezTo>
                    <a:pt x="369380" y="4688967"/>
                    <a:pt x="334328" y="4716653"/>
                    <a:pt x="314770" y="4761611"/>
                  </a:cubicBezTo>
                  <a:cubicBezTo>
                    <a:pt x="14669" y="5454269"/>
                    <a:pt x="14669" y="5454269"/>
                    <a:pt x="14669" y="5454269"/>
                  </a:cubicBezTo>
                  <a:cubicBezTo>
                    <a:pt x="-4889" y="5497449"/>
                    <a:pt x="-4889" y="5552822"/>
                    <a:pt x="14669" y="5596001"/>
                  </a:cubicBezTo>
                  <a:cubicBezTo>
                    <a:pt x="314770" y="6288786"/>
                    <a:pt x="314770" y="6288786"/>
                    <a:pt x="314770" y="6288786"/>
                  </a:cubicBezTo>
                  <a:cubicBezTo>
                    <a:pt x="334328" y="6333744"/>
                    <a:pt x="369253" y="6361430"/>
                    <a:pt x="408369" y="6361430"/>
                  </a:cubicBezTo>
                  <a:lnTo>
                    <a:pt x="1009967" y="6361430"/>
                  </a:lnTo>
                  <a:cubicBezTo>
                    <a:pt x="1047686" y="6361430"/>
                    <a:pt x="1084008" y="6333744"/>
                    <a:pt x="1102169" y="6288786"/>
                  </a:cubicBezTo>
                  <a:cubicBezTo>
                    <a:pt x="1403667" y="5596001"/>
                    <a:pt x="1403667" y="5596001"/>
                    <a:pt x="1403667" y="5596001"/>
                  </a:cubicBezTo>
                  <a:cubicBezTo>
                    <a:pt x="1423225" y="5552822"/>
                    <a:pt x="1423225" y="5497449"/>
                    <a:pt x="1403667" y="5454269"/>
                  </a:cubicBezTo>
                  <a:cubicBezTo>
                    <a:pt x="1102169" y="4761485"/>
                    <a:pt x="1102169" y="4761485"/>
                    <a:pt x="1102169" y="4761485"/>
                  </a:cubicBezTo>
                  <a:cubicBezTo>
                    <a:pt x="1084008" y="4716526"/>
                    <a:pt x="1047686" y="4688841"/>
                    <a:pt x="1009967" y="4688841"/>
                  </a:cubicBezTo>
                  <a:close/>
                  <a:moveTo>
                    <a:pt x="1768792" y="0"/>
                  </a:moveTo>
                  <a:cubicBezTo>
                    <a:pt x="1701355" y="0"/>
                    <a:pt x="1640903" y="47752"/>
                    <a:pt x="1606994" y="125476"/>
                  </a:cubicBezTo>
                  <a:cubicBezTo>
                    <a:pt x="1088453" y="1322197"/>
                    <a:pt x="1088453" y="1322197"/>
                    <a:pt x="1088453" y="1322197"/>
                  </a:cubicBezTo>
                  <a:cubicBezTo>
                    <a:pt x="1054798" y="1396746"/>
                    <a:pt x="1054798" y="1492377"/>
                    <a:pt x="1088453" y="1566926"/>
                  </a:cubicBezTo>
                  <a:cubicBezTo>
                    <a:pt x="1606867" y="2763647"/>
                    <a:pt x="1606867" y="2763647"/>
                    <a:pt x="1606867" y="2763647"/>
                  </a:cubicBezTo>
                  <a:cubicBezTo>
                    <a:pt x="1623758" y="2802382"/>
                    <a:pt x="1647253" y="2833751"/>
                    <a:pt x="1675066" y="2855341"/>
                  </a:cubicBezTo>
                  <a:lnTo>
                    <a:pt x="1676336" y="2856103"/>
                  </a:lnTo>
                  <a:lnTo>
                    <a:pt x="1637728" y="2945257"/>
                  </a:lnTo>
                  <a:cubicBezTo>
                    <a:pt x="1179258" y="4003294"/>
                    <a:pt x="1179258" y="4003294"/>
                    <a:pt x="1179258" y="4003294"/>
                  </a:cubicBezTo>
                  <a:cubicBezTo>
                    <a:pt x="1099121" y="4180841"/>
                    <a:pt x="1099121" y="4408298"/>
                    <a:pt x="1179258" y="4585970"/>
                  </a:cubicBezTo>
                  <a:cubicBezTo>
                    <a:pt x="2414079" y="7435851"/>
                    <a:pt x="2414079" y="7435851"/>
                    <a:pt x="2414079" y="7435851"/>
                  </a:cubicBezTo>
                  <a:cubicBezTo>
                    <a:pt x="2494216" y="7620508"/>
                    <a:pt x="2638361" y="7734174"/>
                    <a:pt x="2798508" y="7734301"/>
                  </a:cubicBezTo>
                  <a:lnTo>
                    <a:pt x="5273863" y="7734301"/>
                  </a:lnTo>
                  <a:cubicBezTo>
                    <a:pt x="5428803" y="7734174"/>
                    <a:pt x="5578282" y="7620382"/>
                    <a:pt x="5652958" y="7435851"/>
                  </a:cubicBezTo>
                  <a:cubicBezTo>
                    <a:pt x="6892985" y="4586224"/>
                    <a:pt x="6892985" y="4586224"/>
                    <a:pt x="6892985" y="4586224"/>
                  </a:cubicBezTo>
                  <a:cubicBezTo>
                    <a:pt x="6973122" y="4408678"/>
                    <a:pt x="6973122" y="4181222"/>
                    <a:pt x="6892985" y="4003548"/>
                  </a:cubicBezTo>
                  <a:cubicBezTo>
                    <a:pt x="5652958" y="1153795"/>
                    <a:pt x="5652958" y="1153795"/>
                    <a:pt x="5652958" y="1153795"/>
                  </a:cubicBezTo>
                  <a:cubicBezTo>
                    <a:pt x="5578155" y="969010"/>
                    <a:pt x="5428422" y="855345"/>
                    <a:pt x="5273482" y="855345"/>
                  </a:cubicBezTo>
                  <a:lnTo>
                    <a:pt x="3286441" y="855345"/>
                  </a:lnTo>
                  <a:lnTo>
                    <a:pt x="3311587" y="913130"/>
                  </a:lnTo>
                  <a:cubicBezTo>
                    <a:pt x="3361498" y="1027684"/>
                    <a:pt x="3418394" y="1158494"/>
                    <a:pt x="3483545" y="1308100"/>
                  </a:cubicBezTo>
                  <a:cubicBezTo>
                    <a:pt x="3517200" y="1382649"/>
                    <a:pt x="3517200" y="1478280"/>
                    <a:pt x="3483545" y="1552829"/>
                  </a:cubicBezTo>
                  <a:cubicBezTo>
                    <a:pt x="3483545" y="1552829"/>
                    <a:pt x="3483545" y="1552829"/>
                    <a:pt x="2962845" y="2749550"/>
                  </a:cubicBezTo>
                  <a:cubicBezTo>
                    <a:pt x="2931476" y="2827147"/>
                    <a:pt x="2868611" y="2874899"/>
                    <a:pt x="2803460" y="2874899"/>
                  </a:cubicBezTo>
                  <a:lnTo>
                    <a:pt x="1764220" y="2874899"/>
                  </a:lnTo>
                  <a:cubicBezTo>
                    <a:pt x="1747329" y="2874899"/>
                    <a:pt x="1730946" y="2871978"/>
                    <a:pt x="1715325" y="2866263"/>
                  </a:cubicBezTo>
                  <a:lnTo>
                    <a:pt x="1686369" y="2850007"/>
                  </a:lnTo>
                  <a:lnTo>
                    <a:pt x="1714309" y="2785618"/>
                  </a:lnTo>
                  <a:lnTo>
                    <a:pt x="1751774" y="2699131"/>
                  </a:lnTo>
                  <a:lnTo>
                    <a:pt x="1744789" y="2695194"/>
                  </a:lnTo>
                  <a:cubicBezTo>
                    <a:pt x="1720151" y="2676017"/>
                    <a:pt x="1699323" y="2648204"/>
                    <a:pt x="1684337" y="2613787"/>
                  </a:cubicBezTo>
                  <a:cubicBezTo>
                    <a:pt x="1684337" y="2613787"/>
                    <a:pt x="1684337" y="2613787"/>
                    <a:pt x="1224724" y="1552829"/>
                  </a:cubicBezTo>
                  <a:cubicBezTo>
                    <a:pt x="1194879" y="1486662"/>
                    <a:pt x="1194879" y="1401953"/>
                    <a:pt x="1224724" y="1335913"/>
                  </a:cubicBezTo>
                  <a:cubicBezTo>
                    <a:pt x="1224724" y="1335913"/>
                    <a:pt x="1224724" y="1335913"/>
                    <a:pt x="1684337" y="274955"/>
                  </a:cubicBezTo>
                  <a:cubicBezTo>
                    <a:pt x="1714182" y="206121"/>
                    <a:pt x="1767903" y="163830"/>
                    <a:pt x="1827593" y="163830"/>
                  </a:cubicBezTo>
                  <a:lnTo>
                    <a:pt x="2748850" y="163830"/>
                  </a:lnTo>
                  <a:cubicBezTo>
                    <a:pt x="2806509" y="163830"/>
                    <a:pt x="2862262" y="206121"/>
                    <a:pt x="2890074" y="274955"/>
                  </a:cubicBezTo>
                  <a:cubicBezTo>
                    <a:pt x="2890074" y="274955"/>
                    <a:pt x="2890074" y="274955"/>
                    <a:pt x="3084765" y="722503"/>
                  </a:cubicBezTo>
                  <a:lnTo>
                    <a:pt x="3135819" y="839724"/>
                  </a:lnTo>
                  <a:lnTo>
                    <a:pt x="3278059" y="839724"/>
                  </a:lnTo>
                  <a:lnTo>
                    <a:pt x="3246563" y="767207"/>
                  </a:lnTo>
                  <a:cubicBezTo>
                    <a:pt x="2967290" y="125349"/>
                    <a:pt x="2967290" y="125349"/>
                    <a:pt x="2967290" y="125349"/>
                  </a:cubicBezTo>
                  <a:cubicBezTo>
                    <a:pt x="2935921" y="47752"/>
                    <a:pt x="2873056" y="0"/>
                    <a:pt x="2808033" y="0"/>
                  </a:cubicBezTo>
                  <a:close/>
                </a:path>
              </a:pathLst>
            </a:custGeom>
            <a:solidFill>
              <a:srgbClr val="808080">
                <a:alpha val="1961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388471" y="2905658"/>
            <a:ext cx="4805267" cy="5138309"/>
            <a:chOff x="0" y="0"/>
            <a:chExt cx="6407023" cy="68510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4950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14325" y="2293620"/>
            <a:ext cx="133350" cy="133350"/>
            <a:chOff x="0" y="0"/>
            <a:chExt cx="133350" cy="1333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14325" y="3388995"/>
            <a:ext cx="133350" cy="133350"/>
            <a:chOff x="0" y="0"/>
            <a:chExt cx="133350" cy="1333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4325" y="6675120"/>
            <a:ext cx="133350" cy="133350"/>
            <a:chOff x="0" y="0"/>
            <a:chExt cx="133350" cy="1333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14325" y="7770495"/>
            <a:ext cx="133350" cy="133350"/>
            <a:chOff x="0" y="0"/>
            <a:chExt cx="133350" cy="1333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14325" y="8865870"/>
            <a:ext cx="133350" cy="133350"/>
            <a:chOff x="0" y="0"/>
            <a:chExt cx="133350" cy="1333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14325" y="9961245"/>
            <a:ext cx="133350" cy="133350"/>
            <a:chOff x="0" y="0"/>
            <a:chExt cx="133350" cy="1333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4670129" y="2248"/>
            <a:ext cx="3373745" cy="1593504"/>
            <a:chOff x="0" y="0"/>
            <a:chExt cx="4498327" cy="212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399613" y="1277264"/>
            <a:ext cx="6957908" cy="7732452"/>
            <a:chOff x="0" y="0"/>
            <a:chExt cx="6957911" cy="77324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7952" cy="7732401"/>
            </a:xfrm>
            <a:custGeom>
              <a:avLst/>
              <a:gdLst/>
              <a:ahLst/>
              <a:cxnLst/>
              <a:rect l="l" t="t" r="r" b="b"/>
              <a:pathLst>
                <a:path w="6957952" h="7732401">
                  <a:moveTo>
                    <a:pt x="0" y="7732401"/>
                  </a:moveTo>
                  <a:lnTo>
                    <a:pt x="6957952" y="7732401"/>
                  </a:lnTo>
                  <a:lnTo>
                    <a:pt x="69579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7391914" y="262528"/>
            <a:ext cx="194310" cy="103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4545" y="1175347"/>
            <a:ext cx="3783578" cy="84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16791" y="262528"/>
            <a:ext cx="12347038" cy="103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dirty="0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INDIAHACKATHON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424" y="1702641"/>
            <a:ext cx="9386764" cy="8652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25"/>
              </a:lnSpc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SIH26038 </a:t>
            </a: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ProblemStatementTitle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Explainable AI for Diabetic Retinopathy Screening in Rural India </a:t>
            </a:r>
          </a:p>
          <a:p>
            <a:pPr>
              <a:lnSpc>
                <a:spcPts val="8625"/>
              </a:lnSpc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MedTech / </a:t>
            </a: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BioTech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/ HealthTech PS Category - Software</a:t>
            </a:r>
          </a:p>
          <a:p>
            <a:pPr>
              <a:lnSpc>
                <a:spcPts val="8625"/>
              </a:lnSpc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- 116</a:t>
            </a:r>
          </a:p>
          <a:p>
            <a:pPr>
              <a:lnSpc>
                <a:spcPts val="8625"/>
              </a:lnSpc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: CODE RED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2109" y="110947"/>
            <a:ext cx="2044065" cy="1376105"/>
          </a:xfrm>
          <a:custGeom>
            <a:avLst/>
            <a:gdLst/>
            <a:ahLst/>
            <a:cxnLst/>
            <a:rect l="l" t="t" r="r" b="b"/>
            <a:pathLst>
              <a:path w="2044065" h="1376105">
                <a:moveTo>
                  <a:pt x="0" y="0"/>
                </a:moveTo>
                <a:lnTo>
                  <a:pt x="2044065" y="0"/>
                </a:lnTo>
                <a:lnTo>
                  <a:pt x="2044065" y="1376106"/>
                </a:lnTo>
                <a:lnTo>
                  <a:pt x="0" y="1376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881793" y="0"/>
            <a:ext cx="3124505" cy="1475775"/>
            <a:chOff x="0" y="0"/>
            <a:chExt cx="4166006" cy="19677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65981" cy="1967738"/>
            </a:xfrm>
            <a:custGeom>
              <a:avLst/>
              <a:gdLst/>
              <a:ahLst/>
              <a:cxnLst/>
              <a:rect l="l" t="t" r="r" b="b"/>
              <a:pathLst>
                <a:path w="4165981" h="1967738">
                  <a:moveTo>
                    <a:pt x="0" y="0"/>
                  </a:moveTo>
                  <a:lnTo>
                    <a:pt x="4165981" y="0"/>
                  </a:lnTo>
                  <a:lnTo>
                    <a:pt x="4165981" y="1967738"/>
                  </a:lnTo>
                  <a:lnTo>
                    <a:pt x="0" y="1967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8647" y="2222289"/>
            <a:ext cx="18230850" cy="7734300"/>
            <a:chOff x="0" y="0"/>
            <a:chExt cx="24307800" cy="10312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07800" cy="10312400"/>
            </a:xfrm>
            <a:custGeom>
              <a:avLst/>
              <a:gdLst/>
              <a:ahLst/>
              <a:cxnLst/>
              <a:rect l="l" t="t" r="r" b="b"/>
              <a:pathLst>
                <a:path w="24307800" h="10312400">
                  <a:moveTo>
                    <a:pt x="0" y="0"/>
                  </a:moveTo>
                  <a:lnTo>
                    <a:pt x="24307800" y="0"/>
                  </a:lnTo>
                  <a:lnTo>
                    <a:pt x="24307800" y="10312400"/>
                  </a:lnTo>
                  <a:lnTo>
                    <a:pt x="0" y="1031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081847" y="2208247"/>
            <a:ext cx="2924175" cy="707069"/>
            <a:chOff x="0" y="0"/>
            <a:chExt cx="3898900" cy="9427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98900" cy="942721"/>
            </a:xfrm>
            <a:custGeom>
              <a:avLst/>
              <a:gdLst/>
              <a:ahLst/>
              <a:cxnLst/>
              <a:rect l="l" t="t" r="r" b="b"/>
              <a:pathLst>
                <a:path w="3898900" h="942721">
                  <a:moveTo>
                    <a:pt x="0" y="0"/>
                  </a:moveTo>
                  <a:lnTo>
                    <a:pt x="3898900" y="0"/>
                  </a:lnTo>
                  <a:lnTo>
                    <a:pt x="3898900" y="942721"/>
                  </a:lnTo>
                  <a:lnTo>
                    <a:pt x="0" y="942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96" t="-9116" r="-2741" b="-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081847" y="3653495"/>
            <a:ext cx="3143250" cy="390525"/>
            <a:chOff x="0" y="0"/>
            <a:chExt cx="4191000" cy="520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91000" cy="520700"/>
            </a:xfrm>
            <a:custGeom>
              <a:avLst/>
              <a:gdLst/>
              <a:ahLst/>
              <a:cxnLst/>
              <a:rect l="l" t="t" r="r" b="b"/>
              <a:pathLst>
                <a:path w="4191000" h="520700">
                  <a:moveTo>
                    <a:pt x="0" y="0"/>
                  </a:moveTo>
                  <a:lnTo>
                    <a:pt x="4191000" y="0"/>
                  </a:lnTo>
                  <a:lnTo>
                    <a:pt x="4191000" y="520700"/>
                  </a:lnTo>
                  <a:lnTo>
                    <a:pt x="0" y="52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896" r="-22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94139" y="9353017"/>
            <a:ext cx="18093861" cy="590550"/>
            <a:chOff x="0" y="0"/>
            <a:chExt cx="24125149" cy="787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125174" cy="787400"/>
            </a:xfrm>
            <a:custGeom>
              <a:avLst/>
              <a:gdLst/>
              <a:ahLst/>
              <a:cxnLst/>
              <a:rect l="l" t="t" r="r" b="b"/>
              <a:pathLst>
                <a:path w="24125174" h="787400">
                  <a:moveTo>
                    <a:pt x="0" y="0"/>
                  </a:moveTo>
                  <a:lnTo>
                    <a:pt x="24125174" y="0"/>
                  </a:lnTo>
                  <a:lnTo>
                    <a:pt x="24125174" y="787400"/>
                  </a:lnTo>
                  <a:lnTo>
                    <a:pt x="0" y="78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2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475612" y="174450"/>
            <a:ext cx="1915887" cy="1249099"/>
            <a:chOff x="0" y="0"/>
            <a:chExt cx="1915884" cy="12490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5919" cy="1249039"/>
            </a:xfrm>
            <a:custGeom>
              <a:avLst/>
              <a:gdLst/>
              <a:ahLst/>
              <a:cxnLst/>
              <a:rect l="l" t="t" r="r" b="b"/>
              <a:pathLst>
                <a:path w="1915919" h="1249039">
                  <a:moveTo>
                    <a:pt x="0" y="1249039"/>
                  </a:moveTo>
                  <a:lnTo>
                    <a:pt x="1915919" y="1249039"/>
                  </a:lnTo>
                  <a:lnTo>
                    <a:pt x="1915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713744" y="564766"/>
            <a:ext cx="4062517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8079" y="525618"/>
            <a:ext cx="1479814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dirty="0">
                <a:latin typeface="Calibri (MS) Bold"/>
                <a:ea typeface="Calibri (MS) Bold"/>
                <a:cs typeface="Calibri (MS) Bold"/>
                <a:sym typeface="Calibri (MS) Bold"/>
              </a:rPr>
              <a:t>CODE 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4456" y="110947"/>
            <a:ext cx="2044570" cy="1376105"/>
          </a:xfrm>
          <a:custGeom>
            <a:avLst/>
            <a:gdLst/>
            <a:ahLst/>
            <a:cxnLst/>
            <a:rect l="l" t="t" r="r" b="b"/>
            <a:pathLst>
              <a:path w="2044570" h="1376105">
                <a:moveTo>
                  <a:pt x="0" y="0"/>
                </a:moveTo>
                <a:lnTo>
                  <a:pt x="2044570" y="0"/>
                </a:lnTo>
                <a:lnTo>
                  <a:pt x="2044570" y="1376106"/>
                </a:lnTo>
                <a:lnTo>
                  <a:pt x="0" y="1376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670129" y="2248"/>
            <a:ext cx="3373745" cy="1593504"/>
            <a:chOff x="0" y="0"/>
            <a:chExt cx="4498327" cy="21246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815421" y="1709328"/>
            <a:ext cx="5419725" cy="7972425"/>
            <a:chOff x="0" y="0"/>
            <a:chExt cx="7226300" cy="10629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26300" cy="10629900"/>
            </a:xfrm>
            <a:custGeom>
              <a:avLst/>
              <a:gdLst/>
              <a:ahLst/>
              <a:cxnLst/>
              <a:rect l="l" t="t" r="r" b="b"/>
              <a:pathLst>
                <a:path w="7226300" h="10629900">
                  <a:moveTo>
                    <a:pt x="0" y="0"/>
                  </a:moveTo>
                  <a:lnTo>
                    <a:pt x="7226300" y="0"/>
                  </a:lnTo>
                  <a:lnTo>
                    <a:pt x="7226300" y="10629900"/>
                  </a:lnTo>
                  <a:lnTo>
                    <a:pt x="0" y="1062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546" b="-1307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1643062"/>
            <a:ext cx="12811125" cy="8105775"/>
            <a:chOff x="0" y="0"/>
            <a:chExt cx="17081500" cy="108077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81500" cy="10807700"/>
            </a:xfrm>
            <a:custGeom>
              <a:avLst/>
              <a:gdLst/>
              <a:ahLst/>
              <a:cxnLst/>
              <a:rect l="l" t="t" r="r" b="b"/>
              <a:pathLst>
                <a:path w="17081500" h="10807700">
                  <a:moveTo>
                    <a:pt x="0" y="0"/>
                  </a:moveTo>
                  <a:lnTo>
                    <a:pt x="17081500" y="0"/>
                  </a:lnTo>
                  <a:lnTo>
                    <a:pt x="17081500" y="10807700"/>
                  </a:lnTo>
                  <a:lnTo>
                    <a:pt x="0" y="1080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437960" y="174450"/>
            <a:ext cx="1915887" cy="1249099"/>
            <a:chOff x="0" y="0"/>
            <a:chExt cx="1915884" cy="12490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15919" cy="1249039"/>
            </a:xfrm>
            <a:custGeom>
              <a:avLst/>
              <a:gdLst/>
              <a:ahLst/>
              <a:cxnLst/>
              <a:rect l="l" t="t" r="r" b="b"/>
              <a:pathLst>
                <a:path w="1915919" h="1249039">
                  <a:moveTo>
                    <a:pt x="0" y="1249039"/>
                  </a:moveTo>
                  <a:lnTo>
                    <a:pt x="1915919" y="1249039"/>
                  </a:lnTo>
                  <a:lnTo>
                    <a:pt x="1915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5038573" y="322478"/>
            <a:ext cx="8375066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46356" y="9643843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0427" y="525618"/>
            <a:ext cx="1479814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dirty="0">
                <a:latin typeface="Calibri (MS) Bold"/>
                <a:ea typeface="Calibri (MS) Bold"/>
                <a:cs typeface="Calibri (MS) Bold"/>
                <a:sym typeface="Calibri (MS) Bold"/>
              </a:rPr>
              <a:t>CODE 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4456" y="97765"/>
            <a:ext cx="2044570" cy="1376105"/>
          </a:xfrm>
          <a:custGeom>
            <a:avLst/>
            <a:gdLst/>
            <a:ahLst/>
            <a:cxnLst/>
            <a:rect l="l" t="t" r="r" b="b"/>
            <a:pathLst>
              <a:path w="2044570" h="1376105">
                <a:moveTo>
                  <a:pt x="0" y="0"/>
                </a:moveTo>
                <a:lnTo>
                  <a:pt x="2044570" y="0"/>
                </a:lnTo>
                <a:lnTo>
                  <a:pt x="2044570" y="1376105"/>
                </a:lnTo>
                <a:lnTo>
                  <a:pt x="0" y="1376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670129" y="2248"/>
            <a:ext cx="3373745" cy="1593504"/>
            <a:chOff x="0" y="0"/>
            <a:chExt cx="4498327" cy="21246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1571034"/>
            <a:ext cx="18286247" cy="8715375"/>
            <a:chOff x="0" y="0"/>
            <a:chExt cx="24381663" cy="11620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1713" cy="11620500"/>
            </a:xfrm>
            <a:custGeom>
              <a:avLst/>
              <a:gdLst/>
              <a:ahLst/>
              <a:cxnLst/>
              <a:rect l="l" t="t" r="r" b="b"/>
              <a:pathLst>
                <a:path w="24381713" h="11620500">
                  <a:moveTo>
                    <a:pt x="0" y="0"/>
                  </a:moveTo>
                  <a:lnTo>
                    <a:pt x="24381713" y="0"/>
                  </a:lnTo>
                  <a:lnTo>
                    <a:pt x="24381713" y="11620500"/>
                  </a:lnTo>
                  <a:lnTo>
                    <a:pt x="0" y="1162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749" t="-1581" b="-158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437960" y="161258"/>
            <a:ext cx="1915887" cy="1249099"/>
            <a:chOff x="0" y="0"/>
            <a:chExt cx="1915884" cy="12490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5919" cy="1249039"/>
            </a:xfrm>
            <a:custGeom>
              <a:avLst/>
              <a:gdLst/>
              <a:ahLst/>
              <a:cxnLst/>
              <a:rect l="l" t="t" r="r" b="b"/>
              <a:pathLst>
                <a:path w="1915919" h="1249039">
                  <a:moveTo>
                    <a:pt x="0" y="1249039"/>
                  </a:moveTo>
                  <a:lnTo>
                    <a:pt x="1915919" y="1249039"/>
                  </a:lnTo>
                  <a:lnTo>
                    <a:pt x="1915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4189657" y="322478"/>
            <a:ext cx="10106777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0427" y="512435"/>
            <a:ext cx="1479814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dirty="0">
                <a:latin typeface="Calibri (MS) Bold"/>
                <a:ea typeface="Calibri (MS) Bold"/>
                <a:cs typeface="Calibri (MS) Bold"/>
                <a:sym typeface="Calibri (MS) Bold"/>
              </a:rPr>
              <a:t>CODE 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2109" y="110947"/>
            <a:ext cx="2044065" cy="1376105"/>
          </a:xfrm>
          <a:custGeom>
            <a:avLst/>
            <a:gdLst/>
            <a:ahLst/>
            <a:cxnLst/>
            <a:rect l="l" t="t" r="r" b="b"/>
            <a:pathLst>
              <a:path w="2044065" h="1376105">
                <a:moveTo>
                  <a:pt x="0" y="0"/>
                </a:moveTo>
                <a:lnTo>
                  <a:pt x="2044065" y="0"/>
                </a:lnTo>
                <a:lnTo>
                  <a:pt x="2044065" y="1376106"/>
                </a:lnTo>
                <a:lnTo>
                  <a:pt x="0" y="1376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034822" y="2248"/>
            <a:ext cx="3009167" cy="1421301"/>
            <a:chOff x="0" y="0"/>
            <a:chExt cx="4012222" cy="18950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12184" cy="1895094"/>
            </a:xfrm>
            <a:custGeom>
              <a:avLst/>
              <a:gdLst/>
              <a:ahLst/>
              <a:cxnLst/>
              <a:rect l="l" t="t" r="r" b="b"/>
              <a:pathLst>
                <a:path w="4012184" h="1895094">
                  <a:moveTo>
                    <a:pt x="0" y="0"/>
                  </a:moveTo>
                  <a:lnTo>
                    <a:pt x="4012184" y="0"/>
                  </a:lnTo>
                  <a:lnTo>
                    <a:pt x="4012184" y="1895094"/>
                  </a:lnTo>
                  <a:lnTo>
                    <a:pt x="0" y="1895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91817" y="1726692"/>
            <a:ext cx="17754600" cy="8220075"/>
            <a:chOff x="0" y="0"/>
            <a:chExt cx="23672800" cy="10960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672800" cy="10960100"/>
            </a:xfrm>
            <a:custGeom>
              <a:avLst/>
              <a:gdLst/>
              <a:ahLst/>
              <a:cxnLst/>
              <a:rect l="l" t="t" r="r" b="b"/>
              <a:pathLst>
                <a:path w="23672800" h="10960100">
                  <a:moveTo>
                    <a:pt x="0" y="0"/>
                  </a:moveTo>
                  <a:lnTo>
                    <a:pt x="23672800" y="0"/>
                  </a:lnTo>
                  <a:lnTo>
                    <a:pt x="23672800" y="10960100"/>
                  </a:lnTo>
                  <a:lnTo>
                    <a:pt x="0" y="1096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01" b="-123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475612" y="174450"/>
            <a:ext cx="1915887" cy="1249099"/>
            <a:chOff x="0" y="0"/>
            <a:chExt cx="1915884" cy="12490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5919" cy="1249039"/>
            </a:xfrm>
            <a:custGeom>
              <a:avLst/>
              <a:gdLst/>
              <a:ahLst/>
              <a:cxnLst/>
              <a:rect l="l" t="t" r="r" b="b"/>
              <a:pathLst>
                <a:path w="1915919" h="1249039">
                  <a:moveTo>
                    <a:pt x="0" y="1249039"/>
                  </a:moveTo>
                  <a:lnTo>
                    <a:pt x="1915919" y="1249039"/>
                  </a:lnTo>
                  <a:lnTo>
                    <a:pt x="1915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5143052" y="322478"/>
            <a:ext cx="8161934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9236" y="525618"/>
            <a:ext cx="1559014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dirty="0">
                <a:latin typeface="Calibri (MS) Bold"/>
                <a:ea typeface="Calibri (MS) Bold"/>
                <a:cs typeface="Calibri (MS) Bold"/>
                <a:sym typeface="Calibri (MS) Bold"/>
              </a:rPr>
              <a:t>CODE RED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2109" y="295818"/>
            <a:ext cx="2044065" cy="1376105"/>
          </a:xfrm>
          <a:custGeom>
            <a:avLst/>
            <a:gdLst/>
            <a:ahLst/>
            <a:cxnLst/>
            <a:rect l="l" t="t" r="r" b="b"/>
            <a:pathLst>
              <a:path w="2044065" h="1376105">
                <a:moveTo>
                  <a:pt x="0" y="0"/>
                </a:moveTo>
                <a:lnTo>
                  <a:pt x="2044065" y="0"/>
                </a:lnTo>
                <a:lnTo>
                  <a:pt x="2044065" y="1376105"/>
                </a:lnTo>
                <a:lnTo>
                  <a:pt x="0" y="1376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670129" y="2248"/>
            <a:ext cx="3373745" cy="1593504"/>
            <a:chOff x="0" y="0"/>
            <a:chExt cx="4498327" cy="21246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2260549"/>
            <a:ext cx="9953625" cy="4762500"/>
            <a:chOff x="0" y="0"/>
            <a:chExt cx="132715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71500" cy="6350000"/>
            </a:xfrm>
            <a:custGeom>
              <a:avLst/>
              <a:gdLst/>
              <a:ahLst/>
              <a:cxnLst/>
              <a:rect l="l" t="t" r="r" b="b"/>
              <a:pathLst>
                <a:path w="13271500" h="6350000">
                  <a:moveTo>
                    <a:pt x="0" y="0"/>
                  </a:moveTo>
                  <a:lnTo>
                    <a:pt x="13271500" y="0"/>
                  </a:lnTo>
                  <a:lnTo>
                    <a:pt x="13271500" y="6350000"/>
                  </a:lnTo>
                  <a:lnTo>
                    <a:pt x="0" y="635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43" r="-115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144287" y="1931118"/>
            <a:ext cx="8086725" cy="4457700"/>
            <a:chOff x="0" y="0"/>
            <a:chExt cx="10782300" cy="5943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82300" cy="5943600"/>
            </a:xfrm>
            <a:custGeom>
              <a:avLst/>
              <a:gdLst/>
              <a:ahLst/>
              <a:cxnLst/>
              <a:rect l="l" t="t" r="r" b="b"/>
              <a:pathLst>
                <a:path w="10782300" h="5943600">
                  <a:moveTo>
                    <a:pt x="0" y="0"/>
                  </a:moveTo>
                  <a:lnTo>
                    <a:pt x="10782300" y="0"/>
                  </a:lnTo>
                  <a:lnTo>
                    <a:pt x="10782300" y="5943600"/>
                  </a:lnTo>
                  <a:lnTo>
                    <a:pt x="0" y="594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90" r="-301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083375" y="6678016"/>
            <a:ext cx="8143875" cy="1066800"/>
            <a:chOff x="0" y="0"/>
            <a:chExt cx="10858500" cy="1422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58500" cy="1422400"/>
            </a:xfrm>
            <a:custGeom>
              <a:avLst/>
              <a:gdLst/>
              <a:ahLst/>
              <a:cxnLst/>
              <a:rect l="l" t="t" r="r" b="b"/>
              <a:pathLst>
                <a:path w="10858500" h="1422400">
                  <a:moveTo>
                    <a:pt x="0" y="0"/>
                  </a:moveTo>
                  <a:lnTo>
                    <a:pt x="10858500" y="0"/>
                  </a:lnTo>
                  <a:lnTo>
                    <a:pt x="108585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475612" y="359321"/>
            <a:ext cx="1915887" cy="1249099"/>
            <a:chOff x="0" y="0"/>
            <a:chExt cx="1915884" cy="12490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5919" cy="1249039"/>
            </a:xfrm>
            <a:custGeom>
              <a:avLst/>
              <a:gdLst/>
              <a:ahLst/>
              <a:cxnLst/>
              <a:rect l="l" t="t" r="r" b="b"/>
              <a:pathLst>
                <a:path w="1915919" h="1249039">
                  <a:moveTo>
                    <a:pt x="0" y="1249039"/>
                  </a:moveTo>
                  <a:lnTo>
                    <a:pt x="1915919" y="1249039"/>
                  </a:lnTo>
                  <a:lnTo>
                    <a:pt x="1915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192009" y="7830541"/>
            <a:ext cx="18095991" cy="2381656"/>
          </a:xfrm>
          <a:custGeom>
            <a:avLst/>
            <a:gdLst/>
            <a:ahLst/>
            <a:cxnLst/>
            <a:rect l="l" t="t" r="r" b="b"/>
            <a:pathLst>
              <a:path w="18095991" h="2381656">
                <a:moveTo>
                  <a:pt x="0" y="0"/>
                </a:moveTo>
                <a:lnTo>
                  <a:pt x="18095991" y="0"/>
                </a:lnTo>
                <a:lnTo>
                  <a:pt x="18095991" y="2381655"/>
                </a:lnTo>
                <a:lnTo>
                  <a:pt x="0" y="23816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91012" b="-20707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72754" y="8070799"/>
            <a:ext cx="1683420" cy="1683420"/>
          </a:xfrm>
          <a:custGeom>
            <a:avLst/>
            <a:gdLst/>
            <a:ahLst/>
            <a:cxnLst/>
            <a:rect l="l" t="t" r="r" b="b"/>
            <a:pathLst>
              <a:path w="1683420" h="1683420">
                <a:moveTo>
                  <a:pt x="0" y="0"/>
                </a:moveTo>
                <a:lnTo>
                  <a:pt x="1683420" y="0"/>
                </a:lnTo>
                <a:lnTo>
                  <a:pt x="1683420" y="1683420"/>
                </a:lnTo>
                <a:lnTo>
                  <a:pt x="0" y="16834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932930" y="322478"/>
            <a:ext cx="10630386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8079" y="710489"/>
            <a:ext cx="1479814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dirty="0">
                <a:latin typeface="Calibri (MS) Bold"/>
                <a:ea typeface="Calibri (MS) Bold"/>
                <a:cs typeface="Calibri (MS) Bold"/>
                <a:sym typeface="Calibri (MS) Bold"/>
              </a:rPr>
              <a:t>CODE RED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95877" y="2356190"/>
            <a:ext cx="4341200" cy="5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6"/>
              </a:lnSpc>
            </a:pPr>
            <a:r>
              <a:rPr lang="en-US" sz="153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https://journals.plos.org/digitalhealth/article? id=10.1371/journal.pdig.0000831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75974" y="5452300"/>
            <a:ext cx="4576753" cy="5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6"/>
              </a:lnSpc>
            </a:pPr>
            <a:r>
              <a:rPr lang="en-US" sz="153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https://pmc.ncbi.nlm.nih.gov/articles/PMC11241 009/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59384" y="6416964"/>
            <a:ext cx="4511030" cy="5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6"/>
              </a:lnSpc>
            </a:pPr>
            <a:r>
              <a:rPr lang="en-US" sz="153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https://www.sciencedirect.com/science/article/ abs/pii/S1746809423004834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51621" y="3459813"/>
            <a:ext cx="4635370" cy="5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6"/>
              </a:lnSpc>
            </a:pPr>
            <a:r>
              <a:rPr lang="en-US" sz="153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https://pmc.ncbi.nlm.nih.gov/articles/PMC11409 123/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60927" y="4562046"/>
            <a:ext cx="4616415" cy="5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6"/>
              </a:lnSpc>
            </a:pPr>
            <a:r>
              <a:rPr lang="en-US" sz="153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https://pmc.ncbi.nlm.nih.gov/articles/PMC12658 492/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739897-93A3-4AC7-A471-C405660C421E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156</Words>
  <Application>Microsoft Office PowerPoint</Application>
  <PresentationFormat>Custom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Bold</vt:lpstr>
      <vt:lpstr>Calibri</vt:lpstr>
      <vt:lpstr>Arimo Bold</vt:lpstr>
      <vt:lpstr>Calibri (MS) Bold</vt:lpstr>
      <vt:lpstr>Times New Roman Bold</vt:lpstr>
      <vt:lpstr>Garamond Bold</vt:lpstr>
      <vt:lpstr>CanvaSansSC-Regular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SIH2026-IDEA-Presentation-Format.pptx.pdf</dc:title>
  <dc:creator>Monil</dc:creator>
  <cp:lastModifiedBy>Monil Patel</cp:lastModifiedBy>
  <cp:revision>6</cp:revision>
  <dcterms:created xsi:type="dcterms:W3CDTF">2006-08-16T00:00:00Z</dcterms:created>
  <dcterms:modified xsi:type="dcterms:W3CDTF">2026-09-13T08:58:03Z</dcterms:modified>
  <dc:identifier>DAHU8LyUtvA</dc:identifier>
</cp:coreProperties>
</file>